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Roboto" panose="020F0502020204030204" pitchFamily="2" charset="0"/>
      <p:regular r:id="rId10"/>
    </p:embeddedFont>
    <p:embeddedFont>
      <p:font typeface="Roboto Bold" panose="020B0604020202020204" charset="0"/>
      <p:regular r:id="rId11"/>
    </p:embeddedFont>
    <p:embeddedFont>
      <p:font typeface="Saira Medium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3538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200823" cy="6863259"/>
          </a:xfrm>
          <a:prstGeom prst="rect">
            <a:avLst/>
          </a:prstGeom>
          <a:solidFill>
            <a:srgbClr val="030303">
              <a:alpha val="56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5986" y="1644451"/>
            <a:ext cx="5968851" cy="587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FARMER MARKETPLACE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980" y="2456160"/>
            <a:ext cx="11486962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Connecting farmers and customers through a MERN-based marketplace.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971" y="3222724"/>
            <a:ext cx="384959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Team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85783" y="3459063"/>
            <a:ext cx="3475844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Poluru Niklesh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Kammari Vinay Kumar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Gojur Ravi Teja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Avula Gouri Shankar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10064" y="3222724"/>
            <a:ext cx="3849492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Institution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4410064" y="3649067"/>
            <a:ext cx="466832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Malla Reddy Technical Campus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157958" y="3222724"/>
            <a:ext cx="4033637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Domain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157958" y="3645396"/>
            <a:ext cx="339339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MERN Stack / Marketplace Operations / Role-Based Access</a:t>
            </a:r>
            <a:endParaRPr lang="en-US" sz="14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46" y="4685010"/>
            <a:ext cx="10895931" cy="1147167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22" y="4662785"/>
            <a:ext cx="10940379" cy="11916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0127" y="4903887"/>
            <a:ext cx="1132146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Marketplace Objective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870127" y="5250855"/>
            <a:ext cx="1132146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products, quantities, prices, farmers, and locations while supporting clear marketplace interactions.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971" y="900609"/>
            <a:ext cx="11529724" cy="202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kern="100" spc="64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FARMER MARKETPLACE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61971" y="1316137"/>
            <a:ext cx="11529625" cy="42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challenge: connecting farmers and customers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46" y="2131516"/>
            <a:ext cx="5249830" cy="1334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22" y="2109291"/>
            <a:ext cx="5294279" cy="13786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1176" y="2330053"/>
            <a:ext cx="5532994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Fragmented Access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851176" y="2695178"/>
            <a:ext cx="4795221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Farmers and customers need a clearer way to find and connect with one another.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46" y="3599855"/>
            <a:ext cx="5249830" cy="107543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222" y="3577630"/>
            <a:ext cx="5294279" cy="111988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51176" y="3798391"/>
            <a:ext cx="5532994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Scattered Records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851176" y="4163516"/>
            <a:ext cx="6142578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Product, quantity, price, farmer, and location need one shared record.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46" y="4809530"/>
            <a:ext cx="5249830" cy="1075432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222" y="4787305"/>
            <a:ext cx="5294279" cy="111988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51176" y="5007967"/>
            <a:ext cx="5532994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Hard to Manage</a:t>
            </a:r>
            <a:endParaRPr lang="en-US" sz="1650" dirty="0"/>
          </a:p>
        </p:txBody>
      </p:sp>
      <p:sp>
        <p:nvSpPr>
          <p:cNvPr id="15" name="Text 7"/>
          <p:cNvSpPr/>
          <p:nvPr/>
        </p:nvSpPr>
        <p:spPr>
          <a:xfrm>
            <a:off x="851176" y="5373092"/>
            <a:ext cx="6432488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structured records, adding, viewing, and updating listings is harder.</a:t>
            </a:r>
            <a:endParaRPr lang="en-US" sz="1300" dirty="0"/>
          </a:p>
        </p:txBody>
      </p:sp>
      <p:sp>
        <p:nvSpPr>
          <p:cNvPr id="16" name="Text 8"/>
          <p:cNvSpPr/>
          <p:nvPr/>
        </p:nvSpPr>
        <p:spPr>
          <a:xfrm>
            <a:off x="6314322" y="2121495"/>
            <a:ext cx="5877274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the marketplace must make clear</a:t>
            </a:r>
            <a:endParaRPr lang="en-US" sz="16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4797" y="2550616"/>
            <a:ext cx="2557795" cy="1327348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2573" y="2528391"/>
            <a:ext cx="2602244" cy="1371798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3626" y="2749550"/>
            <a:ext cx="510567" cy="510580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4017" y="2889845"/>
            <a:ext cx="229686" cy="229691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6503626" y="3412927"/>
            <a:ext cx="2572479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Product details</a:t>
            </a:r>
            <a:endParaRPr lang="en-US" sz="165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6832" y="2550616"/>
            <a:ext cx="2557895" cy="1327348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74608" y="2528391"/>
            <a:ext cx="2602343" cy="1371798"/>
          </a:xfrm>
          <a:prstGeom prst="rect">
            <a:avLst/>
          </a:prstGeom>
        </p:spPr>
      </p:pic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5661" y="2749550"/>
            <a:ext cx="510567" cy="510580"/>
          </a:xfrm>
          <a:prstGeom prst="rect">
            <a:avLst/>
          </a:prstGeom>
        </p:spPr>
      </p:pic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35953" y="2889845"/>
            <a:ext cx="229686" cy="229691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9195661" y="3412927"/>
            <a:ext cx="2592323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Quantity tracking</a:t>
            </a:r>
            <a:endParaRPr lang="en-US" sz="1650" dirty="0"/>
          </a:p>
        </p:txBody>
      </p:sp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4797" y="4012307"/>
            <a:ext cx="2557795" cy="1327348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2573" y="3990082"/>
            <a:ext cx="2602244" cy="1371798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3626" y="4211042"/>
            <a:ext cx="510567" cy="510580"/>
          </a:xfrm>
          <a:prstGeom prst="rect">
            <a:avLst/>
          </a:prstGeom>
        </p:spPr>
      </p:pic>
      <p:pic>
        <p:nvPicPr>
          <p:cNvPr id="30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4017" y="4351437"/>
            <a:ext cx="229686" cy="229691"/>
          </a:xfrm>
          <a:prstGeom prst="rect">
            <a:avLst/>
          </a:prstGeom>
        </p:spPr>
      </p:pic>
      <p:sp>
        <p:nvSpPr>
          <p:cNvPr id="31" name="Text 11"/>
          <p:cNvSpPr/>
          <p:nvPr/>
        </p:nvSpPr>
        <p:spPr>
          <a:xfrm>
            <a:off x="6503626" y="4874419"/>
            <a:ext cx="2572479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Farmer + location</a:t>
            </a:r>
            <a:endParaRPr lang="en-US" sz="1650" dirty="0"/>
          </a:p>
        </p:txBody>
      </p:sp>
      <p:pic>
        <p:nvPicPr>
          <p:cNvPr id="32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6832" y="4012307"/>
            <a:ext cx="2557895" cy="1327348"/>
          </a:xfrm>
          <a:prstGeom prst="rect">
            <a:avLst/>
          </a:prstGeom>
        </p:spPr>
      </p:pic>
      <p:pic>
        <p:nvPicPr>
          <p:cNvPr id="33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74608" y="3990082"/>
            <a:ext cx="2602343" cy="1371798"/>
          </a:xfrm>
          <a:prstGeom prst="rect">
            <a:avLst/>
          </a:prstGeom>
        </p:spPr>
      </p:pic>
      <p:pic>
        <p:nvPicPr>
          <p:cNvPr id="34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5661" y="4211042"/>
            <a:ext cx="510567" cy="510580"/>
          </a:xfrm>
          <a:prstGeom prst="rect">
            <a:avLst/>
          </a:prstGeom>
        </p:spPr>
      </p:pic>
      <p:pic>
        <p:nvPicPr>
          <p:cNvPr id="35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35953" y="4351437"/>
            <a:ext cx="229686" cy="229691"/>
          </a:xfrm>
          <a:prstGeom prst="rect">
            <a:avLst/>
          </a:prstGeom>
        </p:spPr>
      </p:pic>
      <p:sp>
        <p:nvSpPr>
          <p:cNvPr id="36" name="Text 12"/>
          <p:cNvSpPr/>
          <p:nvPr/>
        </p:nvSpPr>
        <p:spPr>
          <a:xfrm>
            <a:off x="9195661" y="4874419"/>
            <a:ext cx="2592323" cy="261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Price visibility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971" y="1168202"/>
            <a:ext cx="11529724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100" spc="71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MARKETPLACE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971" y="1650504"/>
            <a:ext cx="11529625" cy="468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Our solution: connect farmers and customers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971" y="2342555"/>
            <a:ext cx="1152962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MERN-based marketplace brings farmers and customers together through role-aware workflows.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46" y="2909292"/>
            <a:ext cx="10896030" cy="175240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22" y="2887067"/>
            <a:ext cx="10940479" cy="179685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20" y="2937966"/>
            <a:ext cx="3612861" cy="16951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0127" y="3128268"/>
            <a:ext cx="354102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Farmers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70127" y="3475335"/>
            <a:ext cx="295089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and manage product listings with quantity, price, and location.</a:t>
            </a:r>
            <a:endParaRPr lang="en-US" sz="1450" dirty="0"/>
          </a:p>
        </p:txBody>
      </p:sp>
      <p:sp>
        <p:nvSpPr>
          <p:cNvPr id="10" name="Shape 5"/>
          <p:cNvSpPr/>
          <p:nvPr/>
        </p:nvSpPr>
        <p:spPr>
          <a:xfrm>
            <a:off x="4293981" y="2937966"/>
            <a:ext cx="3612861" cy="1695152"/>
          </a:xfrm>
          <a:prstGeom prst="roundRect">
            <a:avLst>
              <a:gd name="adj" fmla="val 2023"/>
            </a:avLst>
          </a:prstGeom>
          <a:solidFill>
            <a:srgbClr val="030303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3981" y="2937966"/>
            <a:ext cx="25399" cy="16951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66746" y="3128268"/>
            <a:ext cx="3200816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Customers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4766746" y="3475335"/>
            <a:ext cx="266723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available farm products and discover relevant listing details.</a:t>
            </a:r>
            <a:endParaRPr lang="en-US" sz="14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6743" y="2937966"/>
            <a:ext cx="3613060" cy="169515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6743" y="2937966"/>
            <a:ext cx="25399" cy="169515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379707" y="3128268"/>
            <a:ext cx="3541128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Role-aware workflows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8379707" y="3475335"/>
            <a:ext cx="2893841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and permissions support the right actions for each user.</a:t>
            </a:r>
            <a:endParaRPr lang="en-US" sz="14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4849" y="3536355"/>
            <a:ext cx="498165" cy="498177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9449" y="3510955"/>
            <a:ext cx="548964" cy="548977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616" y="3667224"/>
            <a:ext cx="236432" cy="236438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7710" y="3536355"/>
            <a:ext cx="498165" cy="498177"/>
          </a:xfrm>
          <a:prstGeom prst="rect">
            <a:avLst/>
          </a:prstGeom>
        </p:spPr>
      </p:pic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2311" y="3510955"/>
            <a:ext cx="548964" cy="548977"/>
          </a:xfrm>
          <a:prstGeom prst="rect">
            <a:avLst/>
          </a:prstGeom>
        </p:spPr>
      </p:pic>
      <p:pic>
        <p:nvPicPr>
          <p:cNvPr id="2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88576" y="3667224"/>
            <a:ext cx="236432" cy="236438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661971" y="4937125"/>
            <a:ext cx="11529625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MERN marketplace</a:t>
            </a:r>
            <a:endParaRPr lang="en-US" sz="1850" dirty="0"/>
          </a:p>
        </p:txBody>
      </p:sp>
      <p:sp>
        <p:nvSpPr>
          <p:cNvPr id="25" name="Text 11"/>
          <p:cNvSpPr/>
          <p:nvPr/>
        </p:nvSpPr>
        <p:spPr>
          <a:xfrm>
            <a:off x="661971" y="5454352"/>
            <a:ext cx="1152962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React, Node.js, Express.js, and MongoDB support connected product records.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971" y="609203"/>
            <a:ext cx="11529724" cy="173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kern="100" spc="57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MARKETPLACE 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61971" y="940891"/>
            <a:ext cx="11529625" cy="373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System workflow: from listing to purchase</a:t>
            </a:r>
            <a:endParaRPr lang="en-US" sz="2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22" y="2176463"/>
            <a:ext cx="2641137" cy="16400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72" y="2157413"/>
            <a:ext cx="2679236" cy="2021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3276" y="2451497"/>
            <a:ext cx="2790954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1. Farmer adds product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813276" y="2724150"/>
            <a:ext cx="2325729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Farmer records product, quantity, price, and location.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003" y="1949450"/>
            <a:ext cx="2641137" cy="16400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954" y="1930400"/>
            <a:ext cx="2679236" cy="20210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562757" y="2224584"/>
            <a:ext cx="2790954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2. Customer views listings</a:t>
            </a:r>
            <a:endParaRPr lang="en-US" sz="1450" dirty="0"/>
          </a:p>
        </p:txBody>
      </p:sp>
      <p:sp>
        <p:nvSpPr>
          <p:cNvPr id="11" name="Text 5"/>
          <p:cNvSpPr/>
          <p:nvPr/>
        </p:nvSpPr>
        <p:spPr>
          <a:xfrm>
            <a:off x="3562757" y="2497138"/>
            <a:ext cx="2268580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browses available products and farmer details.</a:t>
            </a:r>
            <a:endParaRPr lang="en-US" sz="11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484" y="1722437"/>
            <a:ext cx="2641137" cy="164009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435" y="1703388"/>
            <a:ext cx="2679236" cy="20210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312238" y="1997670"/>
            <a:ext cx="2790954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3. Role-aware access</a:t>
            </a:r>
            <a:endParaRPr lang="en-US" sz="1450" dirty="0"/>
          </a:p>
        </p:txBody>
      </p:sp>
      <p:sp>
        <p:nvSpPr>
          <p:cNvPr id="15" name="Text 7"/>
          <p:cNvSpPr/>
          <p:nvPr/>
        </p:nvSpPr>
        <p:spPr>
          <a:xfrm>
            <a:off x="6312238" y="2270224"/>
            <a:ext cx="2268580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routes farmer and customer actions.</a:t>
            </a:r>
            <a:endParaRPr lang="en-US" sz="11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66" y="1495524"/>
            <a:ext cx="2641236" cy="164009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916" y="1476474"/>
            <a:ext cx="2679335" cy="202109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9061719" y="1770559"/>
            <a:ext cx="2791053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4. Update records</a:t>
            </a:r>
            <a:endParaRPr lang="en-US" sz="1450" dirty="0"/>
          </a:p>
        </p:txBody>
      </p:sp>
      <p:sp>
        <p:nvSpPr>
          <p:cNvPr id="19" name="Text 9"/>
          <p:cNvSpPr/>
          <p:nvPr/>
        </p:nvSpPr>
        <p:spPr>
          <a:xfrm>
            <a:off x="9061719" y="2043113"/>
            <a:ext cx="2268778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Authorized users update listings and marketplace details.</a:t>
            </a:r>
            <a:endParaRPr lang="en-US" sz="115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22" y="4146848"/>
            <a:ext cx="2641137" cy="164009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72" y="4127798"/>
            <a:ext cx="2679236" cy="202109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813276" y="4422080"/>
            <a:ext cx="2790954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5. Manage marketplace</a:t>
            </a:r>
            <a:endParaRPr lang="en-US" sz="1450" dirty="0"/>
          </a:p>
        </p:txBody>
      </p:sp>
      <p:sp>
        <p:nvSpPr>
          <p:cNvPr id="23" name="Text 11"/>
          <p:cNvSpPr/>
          <p:nvPr/>
        </p:nvSpPr>
        <p:spPr>
          <a:xfrm>
            <a:off x="813276" y="4694634"/>
            <a:ext cx="2268580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Farmers manage products; customers manage their requests.</a:t>
            </a:r>
            <a:endParaRPr lang="en-US" sz="115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003" y="3919934"/>
            <a:ext cx="2641137" cy="164009"/>
          </a:xfrm>
          <a:prstGeom prst="rect">
            <a:avLst/>
          </a:prstGeom>
        </p:spPr>
      </p:pic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954" y="3900884"/>
            <a:ext cx="2679236" cy="202109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3562757" y="4194969"/>
            <a:ext cx="2790954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6. Records stay current</a:t>
            </a:r>
            <a:endParaRPr lang="en-US" sz="1450" dirty="0"/>
          </a:p>
        </p:txBody>
      </p:sp>
      <p:sp>
        <p:nvSpPr>
          <p:cNvPr id="27" name="Text 13"/>
          <p:cNvSpPr/>
          <p:nvPr/>
        </p:nvSpPr>
        <p:spPr>
          <a:xfrm>
            <a:off x="3562757" y="4467523"/>
            <a:ext cx="2268580" cy="42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Marketplace records stay current for the next action.</a:t>
            </a:r>
            <a:endParaRPr lang="en-US" sz="1150" dirty="0"/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46" y="5448300"/>
            <a:ext cx="10896030" cy="886619"/>
          </a:xfrm>
          <a:prstGeom prst="rect">
            <a:avLst/>
          </a:prstGeom>
        </p:spPr>
      </p:pic>
      <p:pic>
        <p:nvPicPr>
          <p:cNvPr id="29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222" y="5426075"/>
            <a:ext cx="10940479" cy="931069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832325" y="5624612"/>
            <a:ext cx="1135927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Workflow example: product listing</a:t>
            </a:r>
            <a:endParaRPr lang="en-US" sz="1450" dirty="0"/>
          </a:p>
        </p:txBody>
      </p:sp>
      <p:sp>
        <p:nvSpPr>
          <p:cNvPr id="31" name="Text 15"/>
          <p:cNvSpPr/>
          <p:nvPr/>
        </p:nvSpPr>
        <p:spPr>
          <a:xfrm>
            <a:off x="832325" y="5897166"/>
            <a:ext cx="11359370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views a farmer's listing and continues through the marketplace flow.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971" y="719634"/>
            <a:ext cx="11529724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kern="100" spc="61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 &amp; DATA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61971" y="1092398"/>
            <a:ext cx="1152962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Farmer Marketplace technology stack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61971" y="1837134"/>
            <a:ext cx="5742340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Implementation Stack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46" y="2233712"/>
            <a:ext cx="2571884" cy="209937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22" y="2211487"/>
            <a:ext cx="2616333" cy="214382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52" y="2423120"/>
            <a:ext cx="482290" cy="4824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403" y="2555677"/>
            <a:ext cx="216986" cy="21699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41652" y="3040956"/>
            <a:ext cx="2579524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Frontend</a:t>
            </a:r>
            <a:endParaRPr lang="en-US" sz="1550" dirty="0"/>
          </a:p>
        </p:txBody>
      </p:sp>
      <p:sp>
        <p:nvSpPr>
          <p:cNvPr id="10" name="Text 4"/>
          <p:cNvSpPr/>
          <p:nvPr/>
        </p:nvSpPr>
        <p:spPr>
          <a:xfrm>
            <a:off x="841652" y="3379192"/>
            <a:ext cx="2136027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React.js interface for farmers and customers.</a:t>
            </a:r>
            <a:endParaRPr lang="en-US" sz="12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902" y="2233712"/>
            <a:ext cx="2571884" cy="2099370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677" y="2211487"/>
            <a:ext cx="2616333" cy="2143820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206" y="2423120"/>
            <a:ext cx="482290" cy="482402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3958" y="2555677"/>
            <a:ext cx="216986" cy="216991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3531206" y="3040956"/>
            <a:ext cx="2631811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Backend</a:t>
            </a:r>
            <a:endParaRPr lang="en-US" sz="1550" dirty="0"/>
          </a:p>
        </p:txBody>
      </p:sp>
      <p:sp>
        <p:nvSpPr>
          <p:cNvPr id="16" name="Text 6"/>
          <p:cNvSpPr/>
          <p:nvPr/>
        </p:nvSpPr>
        <p:spPr>
          <a:xfrm>
            <a:off x="3531206" y="3379192"/>
            <a:ext cx="219317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+ Express.js APIs for marketplace records.</a:t>
            </a:r>
            <a:endParaRPr lang="en-US" sz="125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46" y="4450655"/>
            <a:ext cx="5261439" cy="1623516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222" y="4428430"/>
            <a:ext cx="5305888" cy="1667966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52" y="4640064"/>
            <a:ext cx="482290" cy="482402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403" y="4772620"/>
            <a:ext cx="216986" cy="216991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841652" y="5257800"/>
            <a:ext cx="5859316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Layer</a:t>
            </a:r>
            <a:endParaRPr lang="en-US" sz="1550" dirty="0"/>
          </a:p>
        </p:txBody>
      </p:sp>
      <p:sp>
        <p:nvSpPr>
          <p:cNvPr id="22" name="Text 8"/>
          <p:cNvSpPr/>
          <p:nvPr/>
        </p:nvSpPr>
        <p:spPr>
          <a:xfrm>
            <a:off x="841652" y="5596037"/>
            <a:ext cx="6468901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 manages products, quantities, prices, farmers, and locations.</a:t>
            </a:r>
            <a:endParaRPr lang="en-US" sz="1250" dirty="0"/>
          </a:p>
        </p:txBody>
      </p:sp>
      <p:sp>
        <p:nvSpPr>
          <p:cNvPr id="23" name="Text 9"/>
          <p:cNvSpPr/>
          <p:nvPr/>
        </p:nvSpPr>
        <p:spPr>
          <a:xfrm>
            <a:off x="6302813" y="1837134"/>
            <a:ext cx="5888783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Marketplace Capabilities</a:t>
            </a:r>
            <a:endParaRPr lang="en-US" sz="155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3288" y="2233712"/>
            <a:ext cx="2571884" cy="1480245"/>
          </a:xfrm>
          <a:prstGeom prst="rect">
            <a:avLst/>
          </a:prstGeom>
        </p:spPr>
      </p:pic>
      <p:pic>
        <p:nvPicPr>
          <p:cNvPr id="2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1063" y="2211487"/>
            <a:ext cx="2616333" cy="1524695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6482593" y="2421930"/>
            <a:ext cx="2579524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Authentication</a:t>
            </a:r>
            <a:endParaRPr lang="en-US" sz="1550" dirty="0"/>
          </a:p>
        </p:txBody>
      </p:sp>
      <p:sp>
        <p:nvSpPr>
          <p:cNvPr id="27" name="Text 11"/>
          <p:cNvSpPr/>
          <p:nvPr/>
        </p:nvSpPr>
        <p:spPr>
          <a:xfrm>
            <a:off x="6482593" y="2760166"/>
            <a:ext cx="2136027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secure access where authentication is required.</a:t>
            </a:r>
            <a:endParaRPr lang="en-US" sz="1250" dirty="0"/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82842" y="2233712"/>
            <a:ext cx="2571884" cy="1480245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0618" y="2211487"/>
            <a:ext cx="2616333" cy="1524695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9172147" y="2421930"/>
            <a:ext cx="2631811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Role-Based Access</a:t>
            </a:r>
            <a:endParaRPr lang="en-US" sz="1550" dirty="0"/>
          </a:p>
        </p:txBody>
      </p:sp>
      <p:sp>
        <p:nvSpPr>
          <p:cNvPr id="31" name="Text 13"/>
          <p:cNvSpPr/>
          <p:nvPr/>
        </p:nvSpPr>
        <p:spPr>
          <a:xfrm>
            <a:off x="9172147" y="2760166"/>
            <a:ext cx="2136027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Role-aware workflows distinguish farmer and customer actions.</a:t>
            </a:r>
            <a:endParaRPr lang="en-US" sz="1250" dirty="0"/>
          </a:p>
        </p:txBody>
      </p:sp>
      <p:pic>
        <p:nvPicPr>
          <p:cNvPr id="32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3288" y="3831530"/>
            <a:ext cx="5261439" cy="1242417"/>
          </a:xfrm>
          <a:prstGeom prst="rect">
            <a:avLst/>
          </a:prstGeom>
        </p:spPr>
      </p:pic>
      <p:pic>
        <p:nvPicPr>
          <p:cNvPr id="33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71063" y="3809305"/>
            <a:ext cx="5305888" cy="1286867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>
            <a:off x="6482593" y="4019749"/>
            <a:ext cx="5709003" cy="246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CRUD &amp; REST APIs</a:t>
            </a:r>
            <a:endParaRPr lang="en-US" sz="1550" dirty="0"/>
          </a:p>
        </p:txBody>
      </p:sp>
      <p:sp>
        <p:nvSpPr>
          <p:cNvPr id="35" name="Text 15"/>
          <p:cNvSpPr/>
          <p:nvPr/>
        </p:nvSpPr>
        <p:spPr>
          <a:xfrm>
            <a:off x="6482593" y="4357985"/>
            <a:ext cx="5435166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Add, view, update, and manage records through REST APIs.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971" y="1699220"/>
            <a:ext cx="11529724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100" spc="71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MARKETPLACE · DEMO 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971" y="2181423"/>
            <a:ext cx="11529625" cy="468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Demo: managing a product listing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971" y="2873573"/>
            <a:ext cx="1152962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listing flow showing add, view, update, and manage actions.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971" y="3698280"/>
            <a:ext cx="2541822" cy="6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ADD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61971" y="4344095"/>
            <a:ext cx="2541822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listing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440126" y="3698280"/>
            <a:ext cx="2541921" cy="6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VIEW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3440126" y="4344095"/>
            <a:ext cx="254192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 products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8578" y="3698280"/>
            <a:ext cx="2541921" cy="6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UPDATE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218578" y="4344095"/>
            <a:ext cx="254192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product record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96931" y="3698280"/>
            <a:ext cx="2541921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MANAGE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996931" y="4344095"/>
            <a:ext cx="2541921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marketplace data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971" y="2024063"/>
            <a:ext cx="11529724" cy="23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100" spc="71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FARMER MARKETPLACE · VISION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971" y="2506266"/>
            <a:ext cx="11529625" cy="468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Future vision: access, operations, transparency</a:t>
            </a:r>
            <a:endParaRPr lang="en-US" sz="2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46" y="3765153"/>
            <a:ext cx="10895931" cy="12063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22" y="3742928"/>
            <a:ext cx="10940379" cy="12507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0127" y="3978176"/>
            <a:ext cx="1046057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Access farm products. Strengthen operations. Show results clearly.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870127" y="4390231"/>
            <a:ext cx="1046057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THANK YOU · Q&amp;A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</Words>
  <Application>Microsoft Office PowerPoint</Application>
  <PresentationFormat>Widescreen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Roboto Bold</vt:lpstr>
      <vt:lpstr>Saira Medium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raviteja</dc:creator>
  <cp:lastModifiedBy>gojurraviteja@gmail.com</cp:lastModifiedBy>
  <cp:revision>2</cp:revision>
  <dcterms:created xsi:type="dcterms:W3CDTF">2026-10-10T06:05:33Z</dcterms:created>
  <dcterms:modified xsi:type="dcterms:W3CDTF">2026-10-10T06:07:03Z</dcterms:modified>
</cp:coreProperties>
</file>